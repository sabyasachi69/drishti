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4FD1AA">
              <a:alpha val="30000"/>
            </a:srgbClr>
          </a:solidFill>
          <a:ln w="12700">
            <a:solidFill>
              <a:srgbClr val="4FD1A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783080"/>
            <a:ext cx="1097280" cy="36576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73152" cy="73152"/>
          </a:xfrm>
          <a:prstGeom prst="ellipse">
            <a:avLst/>
          </a:prstGeom>
          <a:solidFill>
            <a:srgbClr val="4FD1AA">
              <a:alpha val="50000"/>
            </a:srgbClr>
          </a:solidFill>
          <a:ln w="12700">
            <a:solidFill>
              <a:srgbClr val="4FD1A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76072"/>
            <a:ext cx="73152" cy="73152"/>
          </a:xfrm>
          <a:prstGeom prst="ellipse">
            <a:avLst/>
          </a:prstGeom>
          <a:solidFill>
            <a:srgbClr val="4FD1AA">
              <a:alpha val="50000"/>
            </a:srgbClr>
          </a:solidFill>
          <a:ln w="12700">
            <a:solidFill>
              <a:srgbClr val="4FD1A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740664"/>
            <a:ext cx="73152" cy="73152"/>
          </a:xfrm>
          <a:prstGeom prst="ellipse">
            <a:avLst/>
          </a:prstGeom>
          <a:solidFill>
            <a:srgbClr val="4FD1AA">
              <a:alpha val="50000"/>
            </a:srgbClr>
          </a:solidFill>
          <a:ln w="12700">
            <a:solidFill>
              <a:srgbClr val="4FD1AA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411480"/>
            <a:ext cx="73152" cy="73152"/>
          </a:xfrm>
          <a:prstGeom prst="ellipse">
            <a:avLst/>
          </a:prstGeom>
          <a:solidFill>
            <a:srgbClr val="4FD1AA">
              <a:alpha val="50000"/>
            </a:srgbClr>
          </a:solidFill>
          <a:ln w="12700">
            <a:solidFill>
              <a:srgbClr val="4FD1AA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576072"/>
            <a:ext cx="73152" cy="73152"/>
          </a:xfrm>
          <a:prstGeom prst="ellipse">
            <a:avLst/>
          </a:prstGeom>
          <a:solidFill>
            <a:srgbClr val="4FD1AA"/>
          </a:solidFill>
          <a:ln w="12700">
            <a:solidFill>
              <a:srgbClr val="4FD1A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740664"/>
            <a:ext cx="73152" cy="73152"/>
          </a:xfrm>
          <a:prstGeom prst="ellipse">
            <a:avLst/>
          </a:prstGeom>
          <a:solidFill>
            <a:srgbClr val="4FD1AA">
              <a:alpha val="50000"/>
            </a:srgbClr>
          </a:solidFill>
          <a:ln w="12700">
            <a:solidFill>
              <a:srgbClr val="4FD1AA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" y="411480"/>
            <a:ext cx="73152" cy="73152"/>
          </a:xfrm>
          <a:prstGeom prst="ellipse">
            <a:avLst/>
          </a:prstGeom>
          <a:solidFill>
            <a:srgbClr val="4FD1AA">
              <a:alpha val="50000"/>
            </a:srgbClr>
          </a:solidFill>
          <a:ln w="12700">
            <a:solidFill>
              <a:srgbClr val="4FD1AA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" y="576072"/>
            <a:ext cx="73152" cy="73152"/>
          </a:xfrm>
          <a:prstGeom prst="ellipse">
            <a:avLst/>
          </a:prstGeom>
          <a:solidFill>
            <a:srgbClr val="4FD1AA">
              <a:alpha val="50000"/>
            </a:srgbClr>
          </a:solidFill>
          <a:ln w="12700">
            <a:solidFill>
              <a:srgbClr val="4FD1AA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" y="740664"/>
            <a:ext cx="73152" cy="73152"/>
          </a:xfrm>
          <a:prstGeom prst="ellipse">
            <a:avLst/>
          </a:prstGeom>
          <a:solidFill>
            <a:srgbClr val="4FD1AA">
              <a:alpha val="50000"/>
            </a:srgbClr>
          </a:solidFill>
          <a:ln w="12700">
            <a:solidFill>
              <a:srgbClr val="4FD1AA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371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DRISHTI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48640" y="2331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Reimagining Education Through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Peer Teaching &amp; AI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4572000" cy="22860"/>
          </a:xfrm>
          <a:prstGeom prst="rect">
            <a:avLst/>
          </a:prstGeom>
          <a:solidFill>
            <a:srgbClr val="D4DCE8">
              <a:alpha val="40000"/>
            </a:srgbClr>
          </a:solidFill>
          <a:ln w="12700">
            <a:solidFill>
              <a:srgbClr val="D4DCE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Odisha Hackathon 2025  ·  Theme: Smart Education  ·  PS Category: Software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Ankit &amp; Sukanta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Fragmented Learning World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25880"/>
            <a:ext cx="64008" cy="1508760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90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Ecosystem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platforms create disjointed learning experiences with scattered information.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25880"/>
            <a:ext cx="64008" cy="1508760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90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Collaboration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Absence of social features hinders peer interaction and meaningful group learning.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01752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017520"/>
            <a:ext cx="64008" cy="1508760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82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Sharing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5204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Resources are siloed across platforms, making effective sharing difficult.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017520"/>
            <a:ext cx="64008" cy="1508760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182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5204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Generic approaches fail individual learners, causing disengagement and lost potential.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4FD1AA">
              <a:alpha val="40000"/>
            </a:srgbClr>
          </a:solidFill>
          <a:ln w="12700">
            <a:solidFill>
              <a:srgbClr val="4FD1A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DRISHTI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unified platform that integrates educational resources,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peer collaboration, and AI-powered personalization.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01168" cy="201168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585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with Coursera, edX &amp; Khan Academy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201168" cy="201168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97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 Forums &amp; Study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63824"/>
            <a:ext cx="201168" cy="201168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363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Gamification: Badges, Leaderboards &amp; Achievements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02736"/>
            <a:ext cx="201168" cy="201168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753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+ Offline Access for all learners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201168" cy="201168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Course &amp; Resource Recommendations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201168" cy="201168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 &amp; Progress Tracking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DRISHTI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58000" y="3200400"/>
            <a:ext cx="1645920" cy="36576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Peer Teaching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+ Gamification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Offline Access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DRISHTI 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2788920" cy="502920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" y="1993392"/>
            <a:ext cx="109728" cy="109728"/>
          </a:xfrm>
          <a:prstGeom prst="ellipse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892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 APIs for Coursera, edX, Khan Academy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798064"/>
            <a:ext cx="109728" cy="109728"/>
          </a:xfrm>
          <a:prstGeom prst="ellipse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Unified student/teacher profiles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" y="3602736"/>
            <a:ext cx="109728" cy="109728"/>
          </a:xfrm>
          <a:prstGeom prst="ellipse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35021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Cross-platform resource aggregation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23444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234440"/>
            <a:ext cx="2788920" cy="50292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261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Collaboration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64992" y="1993392"/>
            <a:ext cx="109728" cy="10972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1892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Subject-specific Q&amp;A forums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64992" y="2798064"/>
            <a:ext cx="109728" cy="10972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Collaborative docs &amp; study groups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64992" y="3602736"/>
            <a:ext cx="109728" cy="10972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5021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Progress tracking dashboards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123444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234440"/>
            <a:ext cx="2788920" cy="502920"/>
          </a:xfrm>
          <a:prstGeom prst="rect">
            <a:avLst/>
          </a:prstGeom>
          <a:solidFill>
            <a:srgbClr val="FF8C69"/>
          </a:solidFill>
          <a:ln w="12700">
            <a:solidFill>
              <a:srgbClr val="FF8C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261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Personalization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36792" y="1993392"/>
            <a:ext cx="109728" cy="109728"/>
          </a:xfrm>
          <a:prstGeom prst="ellipse">
            <a:avLst/>
          </a:prstGeom>
          <a:solidFill>
            <a:srgbClr val="FF8C69"/>
          </a:solidFill>
          <a:ln w="12700">
            <a:solidFill>
              <a:srgbClr val="FF8C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1892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ML-based course recommendations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36792" y="2798064"/>
            <a:ext cx="109728" cy="109728"/>
          </a:xfrm>
          <a:prstGeom prst="ellipse">
            <a:avLst/>
          </a:prstGeom>
          <a:solidFill>
            <a:srgbClr val="FF8C69"/>
          </a:solidFill>
          <a:ln w="12700">
            <a:solidFill>
              <a:srgbClr val="FF8C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Adaptive learning analytics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36792" y="3602736"/>
            <a:ext cx="109728" cy="109728"/>
          </a:xfrm>
          <a:prstGeom prst="ellipse">
            <a:avLst/>
          </a:prstGeom>
          <a:solidFill>
            <a:srgbClr val="FF8C69"/>
          </a:solidFill>
          <a:ln w="12700">
            <a:solidFill>
              <a:srgbClr val="FF8C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35021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VR &amp; blockchain (roadmap)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DRISHTI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D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500M+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Students globally lack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quality learning tools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51760" cy="137160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463040"/>
            <a:ext cx="2651760" cy="54864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D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Higher engagement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gamified learning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651760" cy="137160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463040"/>
            <a:ext cx="2651760" cy="54864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D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Better retention with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peer teaching models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3200400" cy="32004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ecosystems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3081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06240" y="3063240"/>
            <a:ext cx="4663440" cy="32004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090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 &amp; workforce unreadiness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3200400" cy="32004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collaboration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35112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06240" y="3493008"/>
            <a:ext cx="4663440" cy="32004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520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&amp; decreased motivation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22776"/>
            <a:ext cx="3200400" cy="32004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50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Inequitable access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49040" y="3941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06240" y="3922776"/>
            <a:ext cx="4663440" cy="32004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3950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socio-economic gap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352544"/>
            <a:ext cx="3200400" cy="32004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3799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49040" y="4370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06240" y="4352544"/>
            <a:ext cx="4663440" cy="32004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43799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retention &amp; dropout rates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for DRISHTI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36576"/>
          </a:xfrm>
          <a:prstGeom prst="rect">
            <a:avLst/>
          </a:prstGeom>
          <a:solidFill>
            <a:srgbClr val="D4DCE8"/>
          </a:solidFill>
          <a:ln w="12700">
            <a:solidFill>
              <a:srgbClr val="D4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1938528"/>
            <a:ext cx="329184" cy="329184"/>
          </a:xfrm>
          <a:prstGeom prst="ellipse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Launch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" y="242316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697480"/>
            <a:ext cx="73152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334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integrations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209544"/>
            <a:ext cx="73152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14553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Forums &amp; profiles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721608"/>
            <a:ext cx="73152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657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Gamification basics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33088" y="1938528"/>
            <a:ext cx="329184" cy="329184"/>
          </a:xfrm>
          <a:prstGeom prst="ellipse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Layer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63240" y="242316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697480"/>
            <a:ext cx="73152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6334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 recommendations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3209544"/>
            <a:ext cx="73152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14553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Advanced analytics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3721608"/>
            <a:ext cx="73152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3657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Multilingual support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59168" y="1938528"/>
            <a:ext cx="329184" cy="329184"/>
          </a:xfrm>
          <a:prstGeom prst="ellipse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Tech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89320" y="242316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697480"/>
            <a:ext cx="73152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26334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VR Classrooms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3209544"/>
            <a:ext cx="73152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14553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Blockchain credentials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3721608"/>
            <a:ext cx="73152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3657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Cross-platform sync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457200"/>
            <a:ext cx="3840480" cy="4206240"/>
          </a:xfrm>
          <a:prstGeom prst="rect">
            <a:avLst/>
          </a:prstGeom>
          <a:solidFill>
            <a:srgbClr val="132057"/>
          </a:solidFill>
          <a:ln w="12700">
            <a:solidFill>
              <a:srgbClr val="132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9144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6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943600" y="3291840"/>
            <a:ext cx="2011680" cy="45720"/>
          </a:xfrm>
          <a:prstGeom prst="rect">
            <a:avLst/>
          </a:prstGeom>
          <a:solidFill>
            <a:srgbClr val="4FD1AA"/>
          </a:solidFill>
          <a:ln w="12700">
            <a:solidFill>
              <a:srgbClr val="4FD1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Ankit &amp; Sukanta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“Education is the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powerful weapon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use to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the world.”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Nelson Mandela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Odisha Hackathon 2025  |  Problem: Improving Education Through Peer Teaching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</dc:title>
  <dc:subject>PptxGenJS Presentation</dc:subject>
  <dc:creator>PptxGenJS</dc:creator>
  <cp:lastModifiedBy>PptxGenJS</cp:lastModifiedBy>
  <cp:revision>1</cp:revision>
  <dcterms:created xsi:type="dcterms:W3CDTF">2026-04-15T09:24:33Z</dcterms:created>
  <dcterms:modified xsi:type="dcterms:W3CDTF">2026-04-15T09:24:33Z</dcterms:modified>
</cp:coreProperties>
</file>